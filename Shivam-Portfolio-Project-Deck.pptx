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5F5">
              <a:alpha val="10196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22452" y="1081050"/>
            <a:ext cx="4391025" cy="298132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48640" dist="205740" dir="54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55360" y="679583"/>
            <a:ext cx="2504743" cy="216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60" b="1" dirty="0">
                <a:solidFill>
                  <a:srgbClr val="F0F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960" dirty="0"/>
          </a:p>
        </p:txBody>
      </p:sp>
      <p:sp>
        <p:nvSpPr>
          <p:cNvPr id="6" name="Shape 3"/>
          <p:cNvSpPr/>
          <p:nvPr/>
        </p:nvSpPr>
        <p:spPr>
          <a:xfrm>
            <a:off x="4355408" y="1576121"/>
            <a:ext cx="71438" cy="71438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7" name="Text 4"/>
          <p:cNvSpPr/>
          <p:nvPr/>
        </p:nvSpPr>
        <p:spPr>
          <a:xfrm>
            <a:off x="4516081" y="1456349"/>
            <a:ext cx="2570931" cy="2339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PORTFOLIO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4365312" y="1833998"/>
            <a:ext cx="3304162" cy="600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58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Shivam Kumar</a:t>
            </a:r>
            <a:endParaRPr lang="en-US" sz="3170" dirty="0"/>
          </a:p>
        </p:txBody>
      </p:sp>
      <p:sp>
        <p:nvSpPr>
          <p:cNvPr id="9" name="Text 6"/>
          <p:cNvSpPr/>
          <p:nvPr/>
        </p:nvSpPr>
        <p:spPr>
          <a:xfrm>
            <a:off x="4379635" y="2295750"/>
            <a:ext cx="1382950" cy="549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58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Singh</a:t>
            </a:r>
            <a:endParaRPr lang="en-US" sz="3170" dirty="0"/>
          </a:p>
        </p:txBody>
      </p:sp>
      <p:sp>
        <p:nvSpPr>
          <p:cNvPr id="10" name="Text 7"/>
          <p:cNvSpPr/>
          <p:nvPr/>
        </p:nvSpPr>
        <p:spPr>
          <a:xfrm>
            <a:off x="4400040" y="2816843"/>
            <a:ext cx="3722035" cy="293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living operating space for learning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08368" y="3062662"/>
            <a:ext cx="3449593" cy="2860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public, building with intent, and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16697" y="3295400"/>
            <a:ext cx="3664124" cy="291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becoming a stronger developer and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25026" y="3592918"/>
            <a:ext cx="1467086" cy="232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AI/ML builder.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1658" y="3786190"/>
            <a:ext cx="3657600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Text 12"/>
          <p:cNvSpPr/>
          <p:nvPr/>
        </p:nvSpPr>
        <p:spPr>
          <a:xfrm>
            <a:off x="4437109" y="3907973"/>
            <a:ext cx="2619174" cy="2352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First-year B.Tech CSE student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297" y="719063"/>
            <a:ext cx="6310312" cy="370522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48640" dist="205740" dir="5400000">
              <a:srgbClr val="000000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089838" y="413618"/>
            <a:ext cx="2785305" cy="2153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60" b="1" dirty="0">
                <a:solidFill>
                  <a:srgbClr val="F0F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960" dirty="0"/>
          </a:p>
        </p:txBody>
      </p:sp>
      <p:sp>
        <p:nvSpPr>
          <p:cNvPr id="5" name="Shape 2"/>
          <p:cNvSpPr/>
          <p:nvPr/>
        </p:nvSpPr>
        <p:spPr>
          <a:xfrm>
            <a:off x="1409530" y="1081286"/>
            <a:ext cx="71438" cy="71438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6" name="Text 3"/>
          <p:cNvSpPr/>
          <p:nvPr/>
        </p:nvSpPr>
        <p:spPr>
          <a:xfrm>
            <a:off x="1570989" y="1036630"/>
            <a:ext cx="1519105" cy="1959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1390761" y="1391173"/>
            <a:ext cx="5486865" cy="518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101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portfolio with room to grow</a:t>
            </a:r>
            <a:endParaRPr lang="en-US" sz="2520" dirty="0"/>
          </a:p>
        </p:txBody>
      </p:sp>
      <p:sp>
        <p:nvSpPr>
          <p:cNvPr id="8" name="Shape 5"/>
          <p:cNvSpPr/>
          <p:nvPr/>
        </p:nvSpPr>
        <p:spPr>
          <a:xfrm>
            <a:off x="1382140" y="2057547"/>
            <a:ext cx="57150" cy="57150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9" name="Text 6"/>
          <p:cNvSpPr/>
          <p:nvPr/>
        </p:nvSpPr>
        <p:spPr>
          <a:xfrm>
            <a:off x="1374238" y="2212572"/>
            <a:ext cx="2520238" cy="268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First-year B.Tech CSE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1367775" y="2459393"/>
            <a:ext cx="2067658" cy="259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building a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1361312" y="2706214"/>
            <a:ext cx="3181218" cy="281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presence early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4398596" y="2136536"/>
            <a:ext cx="57150" cy="57150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13" name="Text 10"/>
          <p:cNvSpPr/>
          <p:nvPr/>
        </p:nvSpPr>
        <p:spPr>
          <a:xfrm>
            <a:off x="4390694" y="2291560"/>
            <a:ext cx="2882496" cy="275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internships,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4384231" y="2538381"/>
            <a:ext cx="3353063" cy="28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hackathons, placements, and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4377768" y="2785203"/>
            <a:ext cx="1520308" cy="2483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1354106" y="3128147"/>
            <a:ext cx="57150" cy="57150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17" name="Text 14"/>
          <p:cNvSpPr/>
          <p:nvPr/>
        </p:nvSpPr>
        <p:spPr>
          <a:xfrm>
            <a:off x="1339740" y="3283172"/>
            <a:ext cx="3160222" cy="50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3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honest than a generic</a:t>
            </a:r>
            <a:endParaRPr lang="en-US" sz="1440" dirty="0"/>
          </a:p>
          <a:p>
            <a:pPr algn="l" indent="0" marL="0">
              <a:lnSpc>
                <a:spcPts val="1943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template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4370562" y="3207136"/>
            <a:ext cx="57150" cy="57150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19" name="Text 16"/>
          <p:cNvSpPr/>
          <p:nvPr/>
        </p:nvSpPr>
        <p:spPr>
          <a:xfrm>
            <a:off x="4362660" y="3362160"/>
            <a:ext cx="3141086" cy="280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to evolve as real work,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4356197" y="3608982"/>
            <a:ext cx="2900000" cy="276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skills, and credentials are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4349733" y="3855803"/>
            <a:ext cx="773067" cy="233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1332264" y="4087119"/>
            <a:ext cx="5576888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Text 20"/>
          <p:cNvSpPr/>
          <p:nvPr/>
        </p:nvSpPr>
        <p:spPr>
          <a:xfrm>
            <a:off x="1325119" y="4140723"/>
            <a:ext cx="1103563" cy="187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Shivam / OS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6360779" y="4272587"/>
            <a:ext cx="765192" cy="180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02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406" y="823875"/>
            <a:ext cx="5853112" cy="349567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48640" dist="205740" dir="5400000">
              <a:srgbClr val="000000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193218" y="420408"/>
            <a:ext cx="2815187" cy="2153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60" b="1" dirty="0">
                <a:solidFill>
                  <a:srgbClr val="F0F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960" dirty="0"/>
          </a:p>
        </p:txBody>
      </p:sp>
      <p:sp>
        <p:nvSpPr>
          <p:cNvPr id="5" name="Shape 2"/>
          <p:cNvSpPr/>
          <p:nvPr/>
        </p:nvSpPr>
        <p:spPr>
          <a:xfrm>
            <a:off x="1979844" y="1322277"/>
            <a:ext cx="71438" cy="71438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6" name="Text 3"/>
          <p:cNvSpPr/>
          <p:nvPr/>
        </p:nvSpPr>
        <p:spPr>
          <a:xfrm>
            <a:off x="2141281" y="1211396"/>
            <a:ext cx="3018034" cy="2261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POINT OF VIEW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1987553" y="1574495"/>
            <a:ext cx="5584244" cy="506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50" b="1" spc="-98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Becoming a strong developer /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996342" y="1956895"/>
            <a:ext cx="3262935" cy="45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50" b="1" spc="-98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AI/ML builder.</a:t>
            </a:r>
            <a:endParaRPr lang="en-US" sz="2450" dirty="0"/>
          </a:p>
        </p:txBody>
      </p:sp>
      <p:sp>
        <p:nvSpPr>
          <p:cNvPr id="9" name="Shape 6"/>
          <p:cNvSpPr/>
          <p:nvPr/>
        </p:nvSpPr>
        <p:spPr>
          <a:xfrm>
            <a:off x="2027037" y="2678609"/>
            <a:ext cx="1524000" cy="1009650"/>
          </a:xfrm>
          <a:prstGeom prst="rect">
            <a:avLst/>
          </a:prstGeom>
          <a:ln/>
        </p:spPr>
      </p:sp>
      <p:sp>
        <p:nvSpPr>
          <p:cNvPr id="10" name="Text 7"/>
          <p:cNvSpPr/>
          <p:nvPr/>
        </p:nvSpPr>
        <p:spPr>
          <a:xfrm>
            <a:off x="2017493" y="2813085"/>
            <a:ext cx="1480618" cy="52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61"/>
              </a:lnSpc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Strong</a:t>
            </a:r>
            <a:endParaRPr lang="en-US" sz="1440" dirty="0"/>
          </a:p>
          <a:p>
            <a:pPr algn="l" indent="0" marL="0">
              <a:lnSpc>
                <a:spcPts val="2061"/>
              </a:lnSpc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foundations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3824711" y="2631535"/>
            <a:ext cx="1524000" cy="1009650"/>
          </a:xfrm>
          <a:prstGeom prst="rect">
            <a:avLst/>
          </a:prstGeom>
          <a:ln/>
        </p:spPr>
      </p:sp>
      <p:sp>
        <p:nvSpPr>
          <p:cNvPr id="12" name="Text 9"/>
          <p:cNvSpPr/>
          <p:nvPr/>
        </p:nvSpPr>
        <p:spPr>
          <a:xfrm>
            <a:off x="3815167" y="2761358"/>
            <a:ext cx="1081656" cy="528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2"/>
              </a:lnSpc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Practical</a:t>
            </a:r>
            <a:endParaRPr lang="en-US" sz="1440" dirty="0"/>
          </a:p>
          <a:p>
            <a:pPr algn="l" indent="0" marL="0">
              <a:lnSpc>
                <a:spcPts val="2172"/>
              </a:lnSpc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</a:t>
            </a:r>
            <a:endParaRPr lang="en-US" sz="1440" dirty="0"/>
          </a:p>
        </p:txBody>
      </p:sp>
      <p:sp>
        <p:nvSpPr>
          <p:cNvPr id="13" name="Shape 10"/>
          <p:cNvSpPr/>
          <p:nvPr/>
        </p:nvSpPr>
        <p:spPr>
          <a:xfrm>
            <a:off x="5622423" y="2584460"/>
            <a:ext cx="1524000" cy="1009650"/>
          </a:xfrm>
          <a:prstGeom prst="rect">
            <a:avLst/>
          </a:prstGeom>
          <a:ln/>
        </p:spPr>
      </p:sp>
      <p:sp>
        <p:nvSpPr>
          <p:cNvPr id="14" name="Text 11"/>
          <p:cNvSpPr/>
          <p:nvPr/>
        </p:nvSpPr>
        <p:spPr>
          <a:xfrm>
            <a:off x="5612841" y="2697525"/>
            <a:ext cx="1913707" cy="270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/ ML curiosity</a:t>
            </a:r>
            <a:endParaRPr lang="en-US" sz="1440" dirty="0"/>
          </a:p>
        </p:txBody>
      </p:sp>
      <p:sp>
        <p:nvSpPr>
          <p:cNvPr id="15" name="Shape 12"/>
          <p:cNvSpPr/>
          <p:nvPr/>
        </p:nvSpPr>
        <p:spPr>
          <a:xfrm>
            <a:off x="2040184" y="3641085"/>
            <a:ext cx="5119688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6" name="Text 13"/>
          <p:cNvSpPr/>
          <p:nvPr/>
        </p:nvSpPr>
        <p:spPr>
          <a:xfrm>
            <a:off x="2043831" y="3756045"/>
            <a:ext cx="3968452" cy="245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personal operating space, not just a resume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6620959" y="3700673"/>
            <a:ext cx="767126" cy="1808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03</a:t>
            </a:r>
            <a:endParaRPr lang="en-US" sz="108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7037" y="2678609"/>
            <a:ext cx="1524000" cy="100965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4711" y="2631535"/>
            <a:ext cx="1524000" cy="1009650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2423" y="2584460"/>
            <a:ext cx="1524000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35659" y="925785"/>
            <a:ext cx="5210175" cy="334327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48640" dist="205740" dir="5400000">
              <a:srgbClr val="000000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746989" y="606378"/>
            <a:ext cx="2898131" cy="2172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60" b="1" dirty="0">
                <a:solidFill>
                  <a:srgbClr val="F0F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960" dirty="0"/>
          </a:p>
        </p:txBody>
      </p:sp>
      <p:sp>
        <p:nvSpPr>
          <p:cNvPr id="5" name="Shape 2"/>
          <p:cNvSpPr/>
          <p:nvPr/>
        </p:nvSpPr>
        <p:spPr>
          <a:xfrm>
            <a:off x="3244660" y="1282440"/>
            <a:ext cx="71438" cy="71438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6" name="Text 3"/>
          <p:cNvSpPr/>
          <p:nvPr/>
        </p:nvSpPr>
        <p:spPr>
          <a:xfrm>
            <a:off x="3405361" y="1238922"/>
            <a:ext cx="2172902" cy="22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DIRECTION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3218795" y="1643397"/>
            <a:ext cx="5235998" cy="5289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10" b="1" spc="-96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remembered visual point of</a:t>
            </a:r>
            <a:endParaRPr lang="en-US" sz="2410" dirty="0"/>
          </a:p>
        </p:txBody>
      </p:sp>
      <p:sp>
        <p:nvSpPr>
          <p:cNvPr id="8" name="Text 5"/>
          <p:cNvSpPr/>
          <p:nvPr/>
        </p:nvSpPr>
        <p:spPr>
          <a:xfrm>
            <a:off x="3207251" y="1973967"/>
            <a:ext cx="875953" cy="4118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10" b="1" spc="-96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view</a:t>
            </a:r>
            <a:endParaRPr lang="en-US" sz="2410" dirty="0"/>
          </a:p>
        </p:txBody>
      </p:sp>
      <p:sp>
        <p:nvSpPr>
          <p:cNvPr id="9" name="Text 6"/>
          <p:cNvSpPr/>
          <p:nvPr/>
        </p:nvSpPr>
        <p:spPr>
          <a:xfrm>
            <a:off x="3184886" y="2548235"/>
            <a:ext cx="2564565" cy="48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1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Dark-first observatory</a:t>
            </a:r>
            <a:endParaRPr lang="en-US" sz="144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aesthetic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5614852" y="2632735"/>
            <a:ext cx="2146082" cy="274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ink and navy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5606555" y="2870342"/>
            <a:ext cx="2689903" cy="289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 with acid-lime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5598257" y="3107951"/>
            <a:ext cx="849129" cy="239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3164164" y="3379164"/>
            <a:ext cx="1784888" cy="265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 Grotesk,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3155867" y="3616772"/>
            <a:ext cx="2404699" cy="281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 Serif, and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3147569" y="3854381"/>
            <a:ext cx="2514721" cy="284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 Mono typography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5577536" y="3463798"/>
            <a:ext cx="2585352" cy="52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1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Glass panels, grid-line</a:t>
            </a:r>
            <a:endParaRPr lang="en-US" sz="144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texture, orbital details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3126848" y="4210230"/>
            <a:ext cx="4354100" cy="516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1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that supports the story instead</a:t>
            </a:r>
            <a:endParaRPr lang="en-US" sz="1440" dirty="0"/>
          </a:p>
          <a:p>
            <a:pPr algn="l" indent="0" marL="0">
              <a:lnSpc>
                <a:spcPts val="1871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competing with it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3124431" y="4758800"/>
            <a:ext cx="4481512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9" name="Text 16"/>
          <p:cNvSpPr/>
          <p:nvPr/>
        </p:nvSpPr>
        <p:spPr>
          <a:xfrm>
            <a:off x="3116125" y="4807193"/>
            <a:ext cx="2709957" cy="23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ink / acid-lime / soft cyan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7048297" y="4944507"/>
            <a:ext cx="774049" cy="185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04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3917" y="669057"/>
            <a:ext cx="6767512" cy="380523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48640" dist="205740" dir="5400000">
              <a:srgbClr val="000000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404812" y="281655"/>
            <a:ext cx="2774758" cy="21357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60" b="1" dirty="0">
                <a:solidFill>
                  <a:srgbClr val="F0F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960" dirty="0"/>
          </a:p>
        </p:txBody>
      </p:sp>
      <p:sp>
        <p:nvSpPr>
          <p:cNvPr id="5" name="Shape 2"/>
          <p:cNvSpPr/>
          <p:nvPr/>
        </p:nvSpPr>
        <p:spPr>
          <a:xfrm>
            <a:off x="1256419" y="1153683"/>
            <a:ext cx="71438" cy="71438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6" name="Text 3"/>
          <p:cNvSpPr/>
          <p:nvPr/>
        </p:nvSpPr>
        <p:spPr>
          <a:xfrm>
            <a:off x="1418612" y="1071632"/>
            <a:ext cx="2429014" cy="1984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 MODEL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1260372" y="1383939"/>
            <a:ext cx="6119983" cy="4907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101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experience built for exploring</a:t>
            </a:r>
            <a:endParaRPr lang="en-US" sz="2520" dirty="0"/>
          </a:p>
        </p:txBody>
      </p:sp>
      <p:sp>
        <p:nvSpPr>
          <p:cNvPr id="8" name="Text 5"/>
          <p:cNvSpPr/>
          <p:nvPr/>
        </p:nvSpPr>
        <p:spPr>
          <a:xfrm>
            <a:off x="1270659" y="2010280"/>
            <a:ext cx="3626665" cy="73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4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Sticky navigation across Index,</a:t>
            </a:r>
            <a:endParaRPr lang="en-US" sz="1440" dirty="0"/>
          </a:p>
          <a:p>
            <a:pPr algn="l" indent="0" marL="0">
              <a:lnSpc>
                <a:spcPts val="1834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About, Work, Learning Log, and</a:t>
            </a:r>
            <a:endParaRPr lang="en-US" sz="1440" dirty="0"/>
          </a:p>
          <a:p>
            <a:pPr algn="l" indent="0" marL="0">
              <a:lnSpc>
                <a:spcPts val="1834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4516255" y="1966501"/>
            <a:ext cx="3017984" cy="48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section indicator</a:t>
            </a:r>
            <a:endParaRPr lang="en-US" sz="144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scroll position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1284980" y="2830225"/>
            <a:ext cx="3396955" cy="263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mobile navigation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4530576" y="2771763"/>
            <a:ext cx="3531691" cy="49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section transitions and</a:t>
            </a:r>
            <a:endParaRPr lang="en-US" sz="144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reveal motion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1295215" y="3420770"/>
            <a:ext cx="3085795" cy="49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dark/light theme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toggle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4540811" y="3367714"/>
            <a:ext cx="2867007" cy="49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Back-to-top controls and</a:t>
            </a:r>
            <a:endParaRPr lang="en-US" sz="1440" dirty="0"/>
          </a:p>
          <a:p>
            <a:pPr algn="l" indent="0" marL="0">
              <a:lnSpc>
                <a:spcPts val="1862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accessible focus states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1303369" y="3872086"/>
            <a:ext cx="6034088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Text 12"/>
          <p:cNvSpPr/>
          <p:nvPr/>
        </p:nvSpPr>
        <p:spPr>
          <a:xfrm>
            <a:off x="1305514" y="4024043"/>
            <a:ext cx="2097059" cy="194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/ switch / return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6801048" y="3946057"/>
            <a:ext cx="761114" cy="176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05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02197" y="719063"/>
            <a:ext cx="6219825" cy="370522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48640" dist="205740" dir="5400000">
              <a:srgbClr val="000000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6055794" y="403624"/>
            <a:ext cx="2813254" cy="2136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60" b="1" dirty="0">
                <a:solidFill>
                  <a:srgbClr val="F0F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2960" dirty="0"/>
          </a:p>
        </p:txBody>
      </p:sp>
      <p:sp>
        <p:nvSpPr>
          <p:cNvPr id="5" name="Shape 2"/>
          <p:cNvSpPr/>
          <p:nvPr/>
        </p:nvSpPr>
        <p:spPr>
          <a:xfrm>
            <a:off x="2494316" y="1105833"/>
            <a:ext cx="71438" cy="71438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6" name="Text 3"/>
          <p:cNvSpPr/>
          <p:nvPr/>
        </p:nvSpPr>
        <p:spPr>
          <a:xfrm>
            <a:off x="2656523" y="1060045"/>
            <a:ext cx="1936015" cy="1918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WORK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2481515" y="1416093"/>
            <a:ext cx="4692150" cy="4716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101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 that earns its place</a:t>
            </a:r>
            <a:endParaRPr lang="en-US" sz="2520" dirty="0"/>
          </a:p>
        </p:txBody>
      </p:sp>
      <p:sp>
        <p:nvSpPr>
          <p:cNvPr id="8" name="Shape 5"/>
          <p:cNvSpPr/>
          <p:nvPr/>
        </p:nvSpPr>
        <p:spPr>
          <a:xfrm>
            <a:off x="2469210" y="2024301"/>
            <a:ext cx="2605087" cy="1090613"/>
          </a:xfrm>
          <a:prstGeom prst="rect">
            <a:avLst/>
          </a:prstGeom>
          <a:ln/>
        </p:spPr>
      </p:sp>
      <p:sp>
        <p:nvSpPr>
          <p:cNvPr id="9" name="Text 6"/>
          <p:cNvSpPr/>
          <p:nvPr/>
        </p:nvSpPr>
        <p:spPr>
          <a:xfrm>
            <a:off x="2472957" y="2082517"/>
            <a:ext cx="2939970" cy="2719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living shelf for projects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2469511" y="2279982"/>
            <a:ext cx="1996239" cy="2592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worth explaining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2459711" y="2608843"/>
            <a:ext cx="3301578" cy="50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44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Expandable project notes for</a:t>
            </a:r>
            <a:endParaRPr lang="en-US" sz="144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sz="144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and build stories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5349117" y="2074569"/>
            <a:ext cx="2605087" cy="1090613"/>
          </a:xfrm>
          <a:prstGeom prst="rect">
            <a:avLst/>
          </a:prstGeom>
          <a:ln/>
        </p:spPr>
      </p:sp>
      <p:sp>
        <p:nvSpPr>
          <p:cNvPr id="13" name="Text 10"/>
          <p:cNvSpPr/>
          <p:nvPr/>
        </p:nvSpPr>
        <p:spPr>
          <a:xfrm>
            <a:off x="5352864" y="2132786"/>
            <a:ext cx="3365360" cy="27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Centralized editable data for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5349417" y="2330251"/>
            <a:ext cx="1611472" cy="254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easy updates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5339617" y="2659112"/>
            <a:ext cx="2660203" cy="48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44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entries are</a:t>
            </a:r>
            <a:endParaRPr lang="en-US" sz="144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sz="144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clearly labeled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2448839" y="3389025"/>
            <a:ext cx="2605087" cy="695325"/>
          </a:xfrm>
          <a:prstGeom prst="rect">
            <a:avLst/>
          </a:prstGeom>
          <a:ln/>
        </p:spPr>
      </p:sp>
      <p:sp>
        <p:nvSpPr>
          <p:cNvPr id="17" name="Text 14"/>
          <p:cNvSpPr/>
          <p:nvPr/>
        </p:nvSpPr>
        <p:spPr>
          <a:xfrm>
            <a:off x="2449103" y="3449148"/>
            <a:ext cx="3402405" cy="278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demos, repositories, and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2445656" y="3646612"/>
            <a:ext cx="2913565" cy="271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screenshots appear only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2442209" y="3844077"/>
            <a:ext cx="2379360" cy="264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real links exist</a:t>
            </a:r>
            <a:endParaRPr lang="en-US" sz="1440" dirty="0"/>
          </a:p>
        </p:txBody>
      </p:sp>
      <p:sp>
        <p:nvSpPr>
          <p:cNvPr id="20" name="Shape 17"/>
          <p:cNvSpPr/>
          <p:nvPr/>
        </p:nvSpPr>
        <p:spPr>
          <a:xfrm>
            <a:off x="5328745" y="3439294"/>
            <a:ext cx="2605087" cy="695325"/>
          </a:xfrm>
          <a:prstGeom prst="rect">
            <a:avLst/>
          </a:prstGeom>
          <a:ln/>
        </p:spPr>
      </p:sp>
      <p:sp>
        <p:nvSpPr>
          <p:cNvPr id="21" name="Text 18"/>
          <p:cNvSpPr/>
          <p:nvPr/>
        </p:nvSpPr>
        <p:spPr>
          <a:xfrm>
            <a:off x="5329009" y="3499417"/>
            <a:ext cx="3172590" cy="275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Nothing is added just to fill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5325563" y="3696881"/>
            <a:ext cx="750052" cy="242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</a:t>
            </a:r>
            <a:endParaRPr lang="en-US" sz="1440" dirty="0"/>
          </a:p>
        </p:txBody>
      </p:sp>
      <p:sp>
        <p:nvSpPr>
          <p:cNvPr id="23" name="Shape 20"/>
          <p:cNvSpPr/>
          <p:nvPr/>
        </p:nvSpPr>
        <p:spPr>
          <a:xfrm>
            <a:off x="2442044" y="4108464"/>
            <a:ext cx="5486400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4" name="Text 21"/>
          <p:cNvSpPr/>
          <p:nvPr/>
        </p:nvSpPr>
        <p:spPr>
          <a:xfrm>
            <a:off x="2437383" y="4187221"/>
            <a:ext cx="2211193" cy="1955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work / clear story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7380701" y="4273507"/>
            <a:ext cx="765853" cy="176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06</a:t>
            </a:r>
            <a:endParaRPr lang="en-US" sz="108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9210" y="2024301"/>
            <a:ext cx="2605087" cy="1090613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9117" y="2074569"/>
            <a:ext cx="2605087" cy="1090613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8839" y="3389025"/>
            <a:ext cx="2605087" cy="695325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8745" y="3439294"/>
            <a:ext cx="2605087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87723" y="771525"/>
            <a:ext cx="6219825" cy="3600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48640" dist="205740" dir="5400000">
              <a:srgbClr val="000000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233407" y="379272"/>
            <a:ext cx="2642901" cy="2140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60" b="1" dirty="0">
                <a:solidFill>
                  <a:srgbClr val="F0F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2960" dirty="0"/>
          </a:p>
        </p:txBody>
      </p:sp>
      <p:sp>
        <p:nvSpPr>
          <p:cNvPr id="5" name="Shape 2"/>
          <p:cNvSpPr/>
          <p:nvPr/>
        </p:nvSpPr>
        <p:spPr>
          <a:xfrm>
            <a:off x="1527996" y="1261330"/>
            <a:ext cx="71438" cy="71438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6" name="Text 3"/>
          <p:cNvSpPr/>
          <p:nvPr/>
        </p:nvSpPr>
        <p:spPr>
          <a:xfrm>
            <a:off x="1689888" y="1184132"/>
            <a:ext cx="1706458" cy="193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LOG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1532912" y="1519975"/>
            <a:ext cx="3357551" cy="462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101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Learning in public</a:t>
            </a:r>
            <a:endParaRPr lang="en-US" sz="2520" dirty="0"/>
          </a:p>
        </p:txBody>
      </p:sp>
      <p:sp>
        <p:nvSpPr>
          <p:cNvPr id="8" name="Text 5"/>
          <p:cNvSpPr/>
          <p:nvPr/>
        </p:nvSpPr>
        <p:spPr>
          <a:xfrm>
            <a:off x="1545256" y="2129207"/>
            <a:ext cx="2115644" cy="486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35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science</a:t>
            </a:r>
            <a:endParaRPr lang="en-US" sz="1440" dirty="0"/>
          </a:p>
          <a:p>
            <a:pPr algn="l" indent="0" marL="0">
              <a:lnSpc>
                <a:spcPts val="1935"/>
              </a:lnSpc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4516405" y="2052284"/>
            <a:ext cx="3027106" cy="266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Building, not just browsing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1557431" y="2706286"/>
            <a:ext cx="2371074" cy="256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ML, with context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4528579" y="2637990"/>
            <a:ext cx="2747110" cy="262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actively learning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1564702" y="3045482"/>
            <a:ext cx="2864041" cy="264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interaction gives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1569605" y="3273321"/>
            <a:ext cx="3249845" cy="270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visitors a polished local note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1574508" y="3551020"/>
            <a:ext cx="541284" cy="22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4535850" y="2996173"/>
            <a:ext cx="2061773" cy="251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experience is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4540753" y="3216359"/>
            <a:ext cx="2922457" cy="2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about what is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4545656" y="3458082"/>
            <a:ext cx="2446610" cy="257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is not configured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1578759" y="3730569"/>
            <a:ext cx="5486400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9" name="Text 16"/>
          <p:cNvSpPr/>
          <p:nvPr/>
        </p:nvSpPr>
        <p:spPr>
          <a:xfrm>
            <a:off x="1581963" y="3871445"/>
            <a:ext cx="2742685" cy="209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Curiosity → practice → clarity →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6535663" y="3799745"/>
            <a:ext cx="752635" cy="177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07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25626" y="976238"/>
            <a:ext cx="4938712" cy="319087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48640" dist="205740" dir="5400000">
              <a:srgbClr val="000000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620667" y="655032"/>
            <a:ext cx="2821175" cy="2170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60" b="1" dirty="0">
                <a:solidFill>
                  <a:srgbClr val="F0F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12960" dirty="0"/>
          </a:p>
        </p:txBody>
      </p:sp>
      <p:sp>
        <p:nvSpPr>
          <p:cNvPr id="5" name="Shape 2"/>
          <p:cNvSpPr/>
          <p:nvPr/>
        </p:nvSpPr>
        <p:spPr>
          <a:xfrm>
            <a:off x="3333264" y="1338599"/>
            <a:ext cx="71438" cy="71438"/>
          </a:xfrm>
          <a:prstGeom prst="ellipse">
            <a:avLst/>
          </a:prstGeom>
          <a:solidFill>
            <a:srgbClr val="C4786E"/>
          </a:solidFill>
          <a:ln/>
        </p:spPr>
      </p:sp>
      <p:sp>
        <p:nvSpPr>
          <p:cNvPr id="6" name="Text 3"/>
          <p:cNvSpPr/>
          <p:nvPr/>
        </p:nvSpPr>
        <p:spPr>
          <a:xfrm>
            <a:off x="3493965" y="1295081"/>
            <a:ext cx="1447614" cy="203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STAGE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3305238" y="1685279"/>
            <a:ext cx="4389161" cy="5822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144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while becoming</a:t>
            </a:r>
            <a:endParaRPr lang="en-US" sz="2880" dirty="0"/>
          </a:p>
        </p:txBody>
      </p:sp>
      <p:sp>
        <p:nvSpPr>
          <p:cNvPr id="8" name="Text 5"/>
          <p:cNvSpPr/>
          <p:nvPr/>
        </p:nvSpPr>
        <p:spPr>
          <a:xfrm>
            <a:off x="3295787" y="2255760"/>
            <a:ext cx="3803400" cy="267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0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professional foundation for the next stage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171626" y="2356186"/>
            <a:ext cx="555264" cy="17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0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3288848" y="2454473"/>
            <a:ext cx="695739" cy="1835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0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journey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3271739" y="2745702"/>
            <a:ext cx="4543027" cy="407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0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real projects, skills, certifications, achievements,</a:t>
            </a:r>
            <a:endParaRPr lang="en-US" sz="1080" dirty="0"/>
          </a:p>
          <a:p>
            <a:pPr algn="l" indent="0" marL="0">
              <a:lnSpc>
                <a:spcPts val="1565"/>
              </a:lnSpc>
              <a:buNone/>
            </a:pPr>
            <a:r>
              <a:rPr lang="en-US" sz="10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links over time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3261569" y="3235644"/>
            <a:ext cx="3592736" cy="261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729"/>
              </a:spcBef>
              <a:buNone/>
            </a:pPr>
            <a:r>
              <a:rPr lang="en-US" sz="10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narrative honest as the portfolio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975359" y="3330411"/>
            <a:ext cx="516592" cy="178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729"/>
              </a:spcBef>
              <a:buNone/>
            </a:pPr>
            <a:r>
              <a:rPr lang="en-US" sz="10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gains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3254630" y="3434358"/>
            <a:ext cx="1012654" cy="192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729"/>
              </a:spcBef>
              <a:buNone/>
            </a:pPr>
            <a:r>
              <a:rPr lang="en-US" sz="10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momentum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253126" y="3692189"/>
            <a:ext cx="4205288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6" name="Text 13"/>
          <p:cNvSpPr/>
          <p:nvPr/>
        </p:nvSpPr>
        <p:spPr>
          <a:xfrm>
            <a:off x="3243769" y="3745367"/>
            <a:ext cx="3623866" cy="26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Shivam Kumar Singh · personal operating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5981506" y="3840970"/>
            <a:ext cx="581366" cy="180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6905537" y="3873238"/>
            <a:ext cx="769215" cy="185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08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2026-09-06T11:58:15Z</dcterms:created>
  <dcterms:modified xsi:type="dcterms:W3CDTF">2026-09-06T11:58:15Z</dcterms:modified>
</cp:coreProperties>
</file>